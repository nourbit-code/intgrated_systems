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b3a3f5dd0bc4193" /><Relationship Type="http://schemas.openxmlformats.org/officeDocument/2006/relationships/extended-properties" Target="/docProps/app.xml" Id="R8bae63c0b927498b" /><Relationship Type="http://schemas.openxmlformats.org/officeDocument/2006/relationships/officeDocument" Target="/ppt/presentation.xml" Id="R0d070a5421ed4b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d75371665474e73"/>
  </p:sldMasterIdLst>
  <p:notesMasterIdLst>
    <p:notesMasterId xmlns:r="http://schemas.openxmlformats.org/officeDocument/2006/relationships" r:id="R82ac61fb7b20419b"/>
  </p:notesMasterIdLst>
  <p:sldIdLst>
    <p:sldId xmlns:r="http://schemas.openxmlformats.org/officeDocument/2006/relationships" id="256" r:id="Ref741a31be5a4a9c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75371665474e73" /><Relationship Type="http://schemas.openxmlformats.org/officeDocument/2006/relationships/theme" Target="/ppt/theme/theme1.xml" Id="Rb197f43425b44ebb" /><Relationship Type="http://schemas.openxmlformats.org/officeDocument/2006/relationships/notesMaster" Target="/ppt/notesMasters/notesMaster1.xml" Id="R82ac61fb7b20419b" /><Relationship Type="http://schemas.openxmlformats.org/officeDocument/2006/relationships/presProps" Target="/ppt/presProps.xml" Id="R2292172485504f96" /><Relationship Type="http://schemas.openxmlformats.org/officeDocument/2006/relationships/viewProps" Target="/ppt/viewProps.xml" Id="R2b560ddaac534af0" /><Relationship Type="http://schemas.openxmlformats.org/officeDocument/2006/relationships/tableStyles" Target="/ppt/tableStyles.xml" Id="R7a9258e7da284038" /><Relationship Type="http://schemas.openxmlformats.org/officeDocument/2006/relationships/slide" Target="/ppt/slides/slide1.xml" Id="Ref741a31be5a4a9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8cd0c5600b245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1933c6760374360" /><Relationship Type="http://schemas.openxmlformats.org/officeDocument/2006/relationships/notesMaster" Target="/ppt/notesMasters/notesMaster1.xml" Id="R26427b38b344414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d6e71952c642f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d63eaeeb9a4345f5" /><Relationship Type="http://schemas.openxmlformats.org/officeDocument/2006/relationships/slideLayout" Target="/ppt/slideLayouts/slideLayout2.xml" Id="R6a696bc07f7646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a696bc07f7646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847f8595ebf4772" /><Relationship Type="http://schemas.openxmlformats.org/officeDocument/2006/relationships/notesSlide" Target="/ppt/notesSlides/notesSlide1.xml" Id="Rab631f897b2341b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F5F802E3-F3A6-46EE-A1FE-29540F5A0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6764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0F172A"/>
                </a:solidFill>
              </a:defRPr>
            </a:pPr>
            <a:r>
              <a:rPr sz="4800" b="1">
                <a:solidFill>
                  <a:srgbClr val="0F172A"/>
                </a:solidFill>
              </a:rPr>
              <a:t>AlphaLab Presentation</a:t>
            </a:r>
          </a:p>
        </p:txBody>
      </p:sp>
      <p:sp>
        <p:nvSpPr>
          <p:cNvPr id="2" name="r">
            <a:extLst xmlns:a="http://schemas.openxmlformats.org/drawingml/2006/main">
              <a:ext uri="{FF2B5EF4-FFF2-40B4-BE49-F238E27FC236}">
                <a16:creationId xmlns:a16="http://schemas.microsoft.com/office/drawing/2014/main" id="{68485DE7-A508-4E45-AACA-8C46A7881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62100"/>
            <a:ext cx="304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E4F"/>
          </a:solidFill>
          <a:ln xmlns:a="http://schemas.openxmlformats.org/drawingml/2006/main" w="0">
            <a:solidFill>
              <a:srgbClr val="0B6E4F"/>
            </a:solidFill>
            <a:prstDash val="solid"/>
          </a:ln>
        </p:spPr>
      </p:sp>
      <p:sp>
        <p:nvSpPr>
          <p:cNvPr id="3" name="sub">
            <a:extLst xmlns:a="http://schemas.openxmlformats.org/drawingml/2006/main">
              <a:ext uri="{FF2B5EF4-FFF2-40B4-BE49-F238E27FC236}">
                <a16:creationId xmlns:a16="http://schemas.microsoft.com/office/drawing/2014/main" id="{D588AB9B-8A58-4735-9EA7-3187620AD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16764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334155"/>
                </a:solidFill>
              </a:defRPr>
            </a:pPr>
            <a:r>
              <a:rPr sz="2400">
                <a:solidFill>
                  <a:srgbClr val="334155"/>
                </a:solidFill>
              </a:rPr>
              <a:t>Quick test export</a:t>
            </a:r>
          </a:p>
        </p:txBody>
      </p:sp>
    </p:spTree>
    <p:extLst>
      <p:ext uri="{BB962C8B-B14F-4D97-AF65-F5344CB8AC3E}">
        <p14:creationId xmlns:p14="http://schemas.microsoft.com/office/powerpoint/2010/main" val="188886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2026-04-26T06:38:06.3840000Z</dcterms:created>
  <dcterms:modified xsi:type="dcterms:W3CDTF">2026-04-26T06:38:06.3840000Z</dcterms:modified>
</coreProperties>
</file>